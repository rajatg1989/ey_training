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F9E795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PROGRAM  ·  DAY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Demo, Review &amp; Final Submission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work, learn from your peers, and ship the final repo.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1751076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63440"/>
            <a:ext cx="17510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02636" y="4663440"/>
            <a:ext cx="1367028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02636" y="4663440"/>
            <a:ext cx="1367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98264" y="4663440"/>
            <a:ext cx="1559052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8264" y="4663440"/>
            <a:ext cx="15590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85916" y="4663440"/>
            <a:ext cx="2039112" cy="502920"/>
          </a:xfrm>
          <a:prstGeom prst="roundRect">
            <a:avLst>
              <a:gd name="adj" fmla="val 4909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5916" y="4663440"/>
            <a:ext cx="2039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wrap-up documentation to a submitted, demoed capstone project.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7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00200" y="21945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235915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560320" y="2112264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Documentation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560320" y="249631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statement, architecture, demo script, runbook &amp; learnings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227832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7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3227832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600200" y="3456432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362102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0320" y="337413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Group Demo Session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560320" y="375818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working system to instructors and peers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4489704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7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4489704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600200" y="4718304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792" y="4882896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560320" y="463600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&amp; Feedback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560320" y="502005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other teams' projects and exchange structured feedback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5751576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7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68680" y="5751576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3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1600200" y="5980176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792" y="6144768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560320" y="58978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GitHub Submission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2560320" y="628192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tag, and submit your finished repository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914400"/>
            <a:ext cx="2743200" cy="2743200"/>
          </a:xfrm>
          <a:prstGeom prst="ellipse">
            <a:avLst/>
          </a:prstGeom>
          <a:solidFill>
            <a:srgbClr val="F9E795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Final Documentation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capstone isn't finished until it's explainable. Cover five things, no more, no less.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" y="214884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CFB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06424" y="2468880"/>
            <a:ext cx="731520" cy="731520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263347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33832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12648" y="3776472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this solve, and for whom?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734056" y="214884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CFB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10712" y="2468880"/>
            <a:ext cx="731520" cy="731520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263347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71216" y="33832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2916936" y="3776472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diagram, key components, data flow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038344" y="214884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CFB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15000" y="2468880"/>
            <a:ext cx="731520" cy="731520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63347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75504" y="33832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5221224" y="3776472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show, in what order, and why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342632" y="214884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CFB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019288" y="2468880"/>
            <a:ext cx="731520" cy="731520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633472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79792" y="33832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525512" y="3776472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deploy, operate, and troubleshoot it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9646920" y="2148840"/>
            <a:ext cx="2084832" cy="3108960"/>
          </a:xfrm>
          <a:prstGeom prst="roundRect">
            <a:avLst>
              <a:gd name="adj" fmla="val 4386"/>
            </a:avLst>
          </a:prstGeom>
          <a:solidFill>
            <a:srgbClr val="FCFBF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0323576" y="2468880"/>
            <a:ext cx="731520" cy="731520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8168" y="2633472"/>
            <a:ext cx="402336" cy="40233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84080" y="33832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9829800" y="3776472"/>
            <a:ext cx="1719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worked, what you'd do differently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41E3D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F96167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Group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Session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889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429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gets the floor — show the system running end to end.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685800"/>
            <a:ext cx="548640" cy="548640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804672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37760" y="1234440"/>
            <a:ext cx="0" cy="868680"/>
          </a:xfrm>
          <a:prstGeom prst="line">
            <a:avLst/>
          </a:prstGeom>
          <a:noFill/>
          <a:ln w="19050">
            <a:solidFill>
              <a:srgbClr val="E3DEE9"/>
            </a:solidFill>
            <a:prstDash val="dash"/>
          </a:ln>
        </p:spPr>
      </p:sp>
      <p:sp>
        <p:nvSpPr>
          <p:cNvPr id="12" name="Text 8"/>
          <p:cNvSpPr/>
          <p:nvPr/>
        </p:nvSpPr>
        <p:spPr>
          <a:xfrm>
            <a:off x="5440680" y="64008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Time-boxed slot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440680" y="1024128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presents in a fixed window — keep it tight and rehearsed.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663440" y="2103120"/>
            <a:ext cx="548640" cy="548640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221992"/>
            <a:ext cx="310896" cy="31089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937760" y="2651760"/>
            <a:ext cx="0" cy="868680"/>
          </a:xfrm>
          <a:prstGeom prst="line">
            <a:avLst/>
          </a:prstGeom>
          <a:noFill/>
          <a:ln w="19050">
            <a:solidFill>
              <a:srgbClr val="E3DEE9"/>
            </a:solidFill>
            <a:prstDash val="dash"/>
          </a:ln>
        </p:spPr>
      </p:sp>
      <p:sp>
        <p:nvSpPr>
          <p:cNvPr id="17" name="Text 12"/>
          <p:cNvSpPr/>
          <p:nvPr/>
        </p:nvSpPr>
        <p:spPr>
          <a:xfrm>
            <a:off x="5440680" y="205740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recap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5440680" y="2441448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refresher on the system before diving into the live run.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663440" y="3520440"/>
            <a:ext cx="548640" cy="548640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3639312"/>
            <a:ext cx="310896" cy="31089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4937760" y="4069080"/>
            <a:ext cx="0" cy="868680"/>
          </a:xfrm>
          <a:prstGeom prst="line">
            <a:avLst/>
          </a:prstGeom>
          <a:noFill/>
          <a:ln w="19050">
            <a:solidFill>
              <a:srgbClr val="E3DEE9"/>
            </a:solidFill>
            <a:prstDash val="dash"/>
          </a:ln>
        </p:spPr>
      </p:sp>
      <p:sp>
        <p:nvSpPr>
          <p:cNvPr id="22" name="Text 16"/>
          <p:cNvSpPr/>
          <p:nvPr/>
        </p:nvSpPr>
        <p:spPr>
          <a:xfrm>
            <a:off x="5440680" y="347472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walkthrough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440680" y="3858768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the real pipeline: deploy, CI/CD run, app in action on Azure.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663440" y="4937760"/>
            <a:ext cx="548640" cy="548640"/>
          </a:xfrm>
          <a:prstGeom prst="ellipse">
            <a:avLst/>
          </a:prstGeom>
          <a:solidFill>
            <a:srgbClr val="FDEBEC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5056632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440680" y="489204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the hard part</a:t>
            </a:r>
            <a:endParaRPr lang="en-US" sz="1550" dirty="0"/>
          </a:p>
        </p:txBody>
      </p:sp>
      <p:sp>
        <p:nvSpPr>
          <p:cNvPr id="27" name="Text 20"/>
          <p:cNvSpPr/>
          <p:nvPr/>
        </p:nvSpPr>
        <p:spPr>
          <a:xfrm>
            <a:off x="5440680" y="5276088"/>
            <a:ext cx="6172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out the trickiest problem solved and how testing caught it.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Peer Review &amp; Feedback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projects with another team. Structured feedback beats vague praise.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7F6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0" y="210312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241E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23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3957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Review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297180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deployed app actually work end to end?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architecture sound and clearly explained?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tests meaningful — unit, integration, load?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CI/CD pipeline automated and reliable?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documentation clear enough for a stranger to run it?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4231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239572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Give Feedback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675120" y="297180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one specific thing that worked well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concrete: point to a file, screen, or metric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gaps as questions, not verdicts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one improvement they could act on today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D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kind, direct, and time-boxed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GitHub Repo Submission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submit, walk through this checklist as a team.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84832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20574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covers problem, architecture, setup &amp; demo steps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51760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62432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and docker-compose build cleanly from a fresh clone</a:t>
            </a:r>
            <a:endParaRPr lang="en-US" sz="13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18688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3000" y="319125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config (e.g. GitHub Actions) is committed</a:t>
            </a:r>
            <a:endParaRPr lang="en-US" sz="13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85616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43000" y="375818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 &amp; load test suites are included and passing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352544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43000" y="432511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documents deploy &amp; rollback steps for Azure</a:t>
            </a:r>
            <a:endParaRPr lang="en-US" sz="13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919472"/>
            <a:ext cx="292608" cy="29260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43000" y="48920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commit is tagged (e.g. v1.0) and pushed to main</a:t>
            </a:r>
            <a:endParaRPr lang="en-US" sz="13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486400"/>
            <a:ext cx="292608" cy="292608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143000" y="545896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access / link shared with instructors before deadline</a:t>
            </a:r>
            <a:endParaRPr lang="en-US" sz="1350" dirty="0"/>
          </a:p>
        </p:txBody>
      </p:sp>
      <p:sp>
        <p:nvSpPr>
          <p:cNvPr id="19" name="Shape 10"/>
          <p:cNvSpPr/>
          <p:nvPr/>
        </p:nvSpPr>
        <p:spPr>
          <a:xfrm>
            <a:off x="8366760" y="2057400"/>
            <a:ext cx="3200400" cy="4023360"/>
          </a:xfrm>
          <a:prstGeom prst="roundRect">
            <a:avLst>
              <a:gd name="adj" fmla="val 2857"/>
            </a:avLst>
          </a:prstGeom>
          <a:solidFill>
            <a:srgbClr val="241E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1080" y="2331720"/>
            <a:ext cx="365760" cy="36576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9144000" y="23134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Checklist</a:t>
            </a:r>
            <a:endParaRPr lang="en-US" sz="1450" dirty="0"/>
          </a:p>
        </p:txBody>
      </p:sp>
      <p:sp>
        <p:nvSpPr>
          <p:cNvPr id="22" name="Text 12"/>
          <p:cNvSpPr/>
          <p:nvPr/>
        </p:nvSpPr>
        <p:spPr>
          <a:xfrm>
            <a:off x="8641080" y="2926080"/>
            <a:ext cx="2651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05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&amp;&amp; git commit -m "final: capstone v1.0"</a:t>
            </a:r>
            <a:endParaRPr lang="en-US" sz="10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05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v1.0</a:t>
            </a:r>
            <a:endParaRPr lang="en-US" sz="10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05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 --tags</a:t>
            </a:r>
            <a:endParaRPr lang="en-US" sz="10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05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 repo link + Azure demo URL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F9E795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630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65176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built it. Now ship it.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2286000" y="35204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8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confidently, review generously, and submit on time. Congratulations on completing the capstone.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Day 5 — Demo, Review &amp; Submission</dc:title>
  <dc:subject>PptxGenJS Presentation</dc:subject>
  <dc:creator>Capstone Program</dc:creator>
  <cp:lastModifiedBy>Capstone Program</cp:lastModifiedBy>
  <cp:revision>1</cp:revision>
  <dcterms:created xsi:type="dcterms:W3CDTF">2026-07-02T03:45:00Z</dcterms:created>
  <dcterms:modified xsi:type="dcterms:W3CDTF">2026-07-02T03:45:00Z</dcterms:modified>
</cp:coreProperties>
</file>