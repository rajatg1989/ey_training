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0972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2926080"/>
            <a:ext cx="5120640" cy="5120640"/>
          </a:xfrm>
          <a:prstGeom prst="roundRect">
            <a:avLst>
              <a:gd name="adj" fmla="val 8929"/>
            </a:avLst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0607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960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CAPSTONE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Building the UI, wiring it up,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making it hold up.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41248" y="3611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 · backend integration · logging &amp; error-handling middleware · interaction flow · usability testing and the fix loop.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41248" y="534924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5349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Build UI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33472" y="534924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33472" y="5349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Connect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25696" y="534924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25696" y="5349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Middleware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534924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5349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Flow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10144" y="5349240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10144" y="5349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Test &amp; Iterate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Day 3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983480" cy="1371600"/>
          </a:xfrm>
          <a:prstGeom prst="roundRect">
            <a:avLst>
              <a:gd name="adj" fmla="val 6667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39696"/>
            <a:ext cx="749808" cy="7498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029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UI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57400" y="23774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Streamlit interface — inputs, layout, and result views the user actually touches.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4983480" cy="1371600"/>
          </a:xfrm>
          <a:prstGeom prst="roundRect">
            <a:avLst>
              <a:gd name="adj" fmla="val 6667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2139696"/>
            <a:ext cx="749808" cy="7498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951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029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backend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89520" y="23774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frontend to the service layer so user actions trigger real backend calls and responses.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3401568"/>
            <a:ext cx="4983480" cy="1371600"/>
          </a:xfrm>
          <a:prstGeom prst="roundRect">
            <a:avLst>
              <a:gd name="adj" fmla="val 6667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78992" y="3712464"/>
            <a:ext cx="749808" cy="7498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86791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3602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middleware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057400" y="3950208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request logging and centralized error handling so failures are caught and traceable.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401568"/>
            <a:ext cx="4983480" cy="1371600"/>
          </a:xfrm>
          <a:prstGeom prst="roundRect">
            <a:avLst>
              <a:gd name="adj" fmla="val 6667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3712464"/>
            <a:ext cx="749808" cy="7498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86791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3602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flow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89520" y="3950208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basic end-to-end user journey from first input to final rendered result.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22960" y="4974336"/>
            <a:ext cx="4983480" cy="1371600"/>
          </a:xfrm>
          <a:prstGeom prst="roundRect">
            <a:avLst>
              <a:gd name="adj" fmla="val 6667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78992" y="5285232"/>
            <a:ext cx="749808" cy="7498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544068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57400" y="5175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2057400" y="5522976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app end-to-end and run lightweight usability testing with real users.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55080" y="4974336"/>
            <a:ext cx="4983480" cy="1371600"/>
          </a:xfrm>
          <a:prstGeom prst="roundRect">
            <a:avLst>
              <a:gd name="adj" fmla="val 6667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11112" y="5285232"/>
            <a:ext cx="749808" cy="7498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5440680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89520" y="5175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589520" y="5522976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issues, prioritize, fix, and re-verify — closing the loop before we call it done.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the UI with Streamlit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47088"/>
            <a:ext cx="566928" cy="566928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7510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922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first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214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for controls, main column for results. Set page config once at the top.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14553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9626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widgets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291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input, file uploader, and a submit button — the surfaces a user acts 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4187952"/>
            <a:ext cx="566928" cy="566928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31596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133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feedback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44622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 holds inputs; spinners and status messages keep the user informed.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0F2E2C"/>
          </a:solidFill>
          <a:ln/>
          <a:effectLst>
            <a:outerShdw sx="100000" sy="100000" kx="0" ky="0" algn="bl" rotWithShape="0" blurRad="152400" dist="50800" dir="5400000">
              <a:srgbClr val="0F2E2C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19672" y="2002536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Shape 13"/>
          <p:cNvSpPr/>
          <p:nvPr/>
        </p:nvSpPr>
        <p:spPr>
          <a:xfrm>
            <a:off x="6775704" y="2002536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4"/>
          <p:cNvSpPr/>
          <p:nvPr/>
        </p:nvSpPr>
        <p:spPr>
          <a:xfrm>
            <a:off x="7031736" y="2002536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5"/>
          <p:cNvSpPr/>
          <p:nvPr/>
        </p:nvSpPr>
        <p:spPr>
          <a:xfrm>
            <a:off x="7543800" y="19293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428232" y="2350008"/>
            <a:ext cx="4745736" cy="34107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6428232" y="2350008"/>
            <a:ext cx="1417320" cy="3410712"/>
          </a:xfrm>
          <a:prstGeom prst="rect">
            <a:avLst/>
          </a:prstGeom>
          <a:solidFill>
            <a:srgbClr val="F1F5F4"/>
          </a:solidFill>
          <a:ln/>
        </p:spPr>
      </p:sp>
      <p:sp>
        <p:nvSpPr>
          <p:cNvPr id="23" name="Text 18"/>
          <p:cNvSpPr/>
          <p:nvPr/>
        </p:nvSpPr>
        <p:spPr>
          <a:xfrm>
            <a:off x="6556248" y="2514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556248" y="288036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56248" y="333756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56248" y="3840480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/>
        </p:spPr>
      </p:sp>
      <p:sp>
        <p:nvSpPr>
          <p:cNvPr id="27" name="Text 22"/>
          <p:cNvSpPr/>
          <p:nvPr/>
        </p:nvSpPr>
        <p:spPr>
          <a:xfrm>
            <a:off x="6556248" y="38404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046720" y="2532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Capstone App</a:t>
            </a:r>
            <a:endParaRPr lang="en-US" sz="1700" dirty="0"/>
          </a:p>
        </p:txBody>
      </p:sp>
      <p:sp>
        <p:nvSpPr>
          <p:cNvPr id="29" name="Shape 24"/>
          <p:cNvSpPr/>
          <p:nvPr/>
        </p:nvSpPr>
        <p:spPr>
          <a:xfrm>
            <a:off x="8046720" y="3017520"/>
            <a:ext cx="30175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9E2E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156448" y="3017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prompt…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046720" y="3566160"/>
            <a:ext cx="3017520" cy="1783080"/>
          </a:xfrm>
          <a:prstGeom prst="roundRect">
            <a:avLst>
              <a:gd name="adj" fmla="val 3077"/>
            </a:avLst>
          </a:prstGeom>
          <a:solidFill>
            <a:srgbClr val="F1F5F4"/>
          </a:solidFill>
          <a:ln/>
        </p:spPr>
      </p:sp>
      <p:sp>
        <p:nvSpPr>
          <p:cNvPr id="32" name="Shape 27"/>
          <p:cNvSpPr/>
          <p:nvPr/>
        </p:nvSpPr>
        <p:spPr>
          <a:xfrm>
            <a:off x="8229600" y="37947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904488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823960" y="3867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rendered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8238744" y="43891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panel updates with backend response.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Connecting the frontend to the backend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23317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3433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1308" y="2624328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788920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" y="3538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action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39044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input in the Streamlit UI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335584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74136" y="23317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3433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19956" y="2624328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548" y="2788920"/>
            <a:ext cx="493776" cy="4937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11296" y="3538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API call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557016" y="39044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sent to the backend endpoint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35584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72784" y="23317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3433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118604" y="2624328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196" y="2788920"/>
            <a:ext cx="493776" cy="4937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9944" y="3538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Backend logic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455664" y="39044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the request &amp; builds a response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36" y="3355848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71432" y="23317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3433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0017252" y="2624328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1844" y="2788920"/>
            <a:ext cx="493776" cy="49377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308592" y="3538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UI update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9354312" y="39044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rendered back in the interface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coupling: the UI only knows the contract — endpoints in, structured responses out. Swap the backend without touching the frontend.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Middleware: logging &amp; error handling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983480" cy="2606040"/>
          </a:xfrm>
          <a:prstGeom prst="roundRect">
            <a:avLst>
              <a:gd name="adj" fmla="val 3509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075688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231136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Logging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297180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request: timestamp, route, status, latency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— easy to grep, filter, and trace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what happened without cracking open the app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4983480" cy="2606040"/>
          </a:xfrm>
          <a:prstGeom prst="roundRect">
            <a:avLst>
              <a:gd name="adj" fmla="val 3509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75688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31136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Error handling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75120" y="297180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calls in a central handler — no raw stack traces to users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UI messages; full detail captured in the logs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gracefully so one bad request never kills the session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296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 through the middleware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2960" y="5074920"/>
            <a:ext cx="1993392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507492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962656" y="5074920"/>
            <a:ext cx="1993392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8" name="Text 14"/>
          <p:cNvSpPr/>
          <p:nvPr/>
        </p:nvSpPr>
        <p:spPr>
          <a:xfrm>
            <a:off x="2962656" y="507492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entry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102352" y="5074920"/>
            <a:ext cx="1993392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0" name="Text 16"/>
          <p:cNvSpPr/>
          <p:nvPr/>
        </p:nvSpPr>
        <p:spPr>
          <a:xfrm>
            <a:off x="5102352" y="507492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/ process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242048" y="5074920"/>
            <a:ext cx="1993392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2" name="Text 18"/>
          <p:cNvSpPr/>
          <p:nvPr/>
        </p:nvSpPr>
        <p:spPr>
          <a:xfrm>
            <a:off x="7242048" y="507492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errors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381744" y="5074920"/>
            <a:ext cx="1993392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4" name="Text 20"/>
          <p:cNvSpPr/>
          <p:nvPr/>
        </p:nvSpPr>
        <p:spPr>
          <a:xfrm>
            <a:off x="9381744" y="507492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result + respond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THE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Basic user interaction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713232" cy="713232"/>
          </a:xfrm>
          <a:prstGeom prst="ellipse">
            <a:avLst/>
          </a:prstGeom>
          <a:solidFill>
            <a:srgbClr val="0F2E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17627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lands on the Streamlit page; controls and an empty result area are ready.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79576" y="2578608"/>
            <a:ext cx="0" cy="694944"/>
          </a:xfrm>
          <a:prstGeom prst="line">
            <a:avLst/>
          </a:prstGeom>
          <a:noFill/>
          <a:ln w="19050">
            <a:solidFill>
              <a:srgbClr val="D9E2E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355080" y="1828800"/>
            <a:ext cx="713232" cy="713232"/>
          </a:xfrm>
          <a:prstGeom prst="ellipse">
            <a:avLst/>
          </a:prstGeom>
          <a:solidFill>
            <a:srgbClr val="0F2E2C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8288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6948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17627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type a prompt or upload a file and hit the action button.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11696" y="2578608"/>
            <a:ext cx="0" cy="694944"/>
          </a:xfrm>
          <a:prstGeom prst="line">
            <a:avLst/>
          </a:prstGeom>
          <a:noFill/>
          <a:ln w="19050">
            <a:solidFill>
              <a:srgbClr val="D9E2E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22960" y="3310128"/>
            <a:ext cx="713232" cy="713232"/>
          </a:xfrm>
          <a:prstGeom prst="ellipse">
            <a:avLst/>
          </a:prstGeom>
          <a:solidFill>
            <a:srgbClr val="0F2E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101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3736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fires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36576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sends the input to the backend; a spinner signals work in progress.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179576" y="4059936"/>
            <a:ext cx="0" cy="694944"/>
          </a:xfrm>
          <a:prstGeom prst="line">
            <a:avLst/>
          </a:prstGeom>
          <a:noFill/>
          <a:ln w="19050">
            <a:solidFill>
              <a:srgbClr val="D9E2E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55080" y="3310128"/>
            <a:ext cx="713232" cy="713232"/>
          </a:xfrm>
          <a:prstGeom prst="ellipse">
            <a:avLst/>
          </a:prstGeom>
          <a:solidFill>
            <a:srgbClr val="0F2E2C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3101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6948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responds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36576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runs, middleware logs it, and a structured response comes back.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11696" y="4059936"/>
            <a:ext cx="0" cy="694944"/>
          </a:xfrm>
          <a:prstGeom prst="line">
            <a:avLst/>
          </a:prstGeom>
          <a:noFill/>
          <a:ln w="19050">
            <a:solidFill>
              <a:srgbClr val="D9E2E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22960" y="4791456"/>
            <a:ext cx="713232" cy="713232"/>
          </a:xfrm>
          <a:prstGeom prst="ellipse">
            <a:avLst/>
          </a:prstGeom>
          <a:solidFill>
            <a:srgbClr val="0F2E2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7914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73736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renders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513892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panel fills in; errors, if any, show as a clear message.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4791456"/>
            <a:ext cx="713232" cy="713232"/>
          </a:xfrm>
          <a:prstGeom prst="ellipse">
            <a:avLst/>
          </a:prstGeom>
          <a:solidFill>
            <a:srgbClr val="0F2E2C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47914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6948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reacts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69480" y="513892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refine input and go again — the loop that drives real usage.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End-to-end walkthrough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through the live app — from a cold start to a rendered result, with the middleware doing its job underneath.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45336" y="3154680"/>
            <a:ext cx="907084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651760"/>
            <a:ext cx="1005840" cy="100584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0F2E2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90779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496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48056" y="4206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app; UI loads at localhost:8501.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0128" y="2651760"/>
            <a:ext cx="1005840" cy="100584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0F2E2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0779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07208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15768" y="4206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real prompt and submit.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577840" y="2651760"/>
            <a:ext cx="1005840" cy="100584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0F2E2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90779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7492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983480" y="4206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handles it; request logged.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845552" y="2651760"/>
            <a:ext cx="1005840" cy="100584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0F2E2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290779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42632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251192" y="4206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appears in the output panel.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10113264" y="2651760"/>
            <a:ext cx="1005840" cy="100584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0F2E2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2907792"/>
            <a:ext cx="493776" cy="4937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10344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518904" y="4206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bad input — error handled cleanly.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VALIDATE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Usability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run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2585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3774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21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users, real tasks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55117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3–5 testers a goal, not instructions. Watch where they hesitate.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5478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3924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Observe, don't help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508760" y="37216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every pause, misclick, and 'wait, what?' — silence is data.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459943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71830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5628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508760" y="4892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felt confusing and what they expected to happen.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watch for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400800" y="2240280"/>
            <a:ext cx="2606040" cy="1481328"/>
          </a:xfrm>
          <a:prstGeom prst="roundRect">
            <a:avLst>
              <a:gd name="adj" fmla="val 6173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629400" y="24414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Task success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629400" y="28620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finish without getting stuck?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89720" y="2240280"/>
            <a:ext cx="2606040" cy="1481328"/>
          </a:xfrm>
          <a:prstGeom prst="roundRect">
            <a:avLst>
              <a:gd name="adj" fmla="val 6173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9418320" y="24414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Time to result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418320" y="28620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from open to first useful output?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0" y="3904488"/>
            <a:ext cx="2606040" cy="1481328"/>
          </a:xfrm>
          <a:prstGeom prst="roundRect">
            <a:avLst>
              <a:gd name="adj" fmla="val 6173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629400" y="41056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Error recovery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629400" y="4526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broke, could they tell why?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189720" y="3904488"/>
            <a:ext cx="2606040" cy="1481328"/>
          </a:xfrm>
          <a:prstGeom prst="roundRect">
            <a:avLst>
              <a:gd name="adj" fmla="val 6173"/>
            </a:avLst>
          </a:prstGeom>
          <a:solidFill>
            <a:srgbClr val="F1F5F4"/>
          </a:solidFill>
          <a:ln/>
          <a:effectLst>
            <a:outerShdw sx="100000" sy="100000" kx="0" ky="0" algn="bl" rotWithShape="0" blurRad="101600" dist="38100" dir="5400000">
              <a:srgbClr val="0F2E2C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9418320" y="41056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Confusion points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9418320" y="4526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they pause, backtrack, or guess?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CLOSE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Feedback loop &amp; fixing issues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1488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3433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2459736"/>
            <a:ext cx="749808" cy="749808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6151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17520" y="23682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017520" y="27157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issue from testing into one list.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40880" y="21488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3433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96912" y="2459736"/>
            <a:ext cx="749808" cy="749808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6151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0" y="23682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Prioritize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0" y="27157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impact — blockers before polish.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040880" y="37947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3433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96912" y="4105656"/>
            <a:ext cx="749808" cy="749808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26110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4014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Fix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0" y="436168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the UI, flow, or middleware.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828800" y="37947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3433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084832" y="4105656"/>
            <a:ext cx="749808" cy="749808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426110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017520" y="4014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Re-verify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017520" y="436168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path; confirm it's actually solved.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40680" y="2971800"/>
            <a:ext cx="1280160" cy="128016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5EEA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264408"/>
            <a:ext cx="694944" cy="6949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 tested, not just built — the loop runs until the app holds up for a real user.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Capstone — UI, Integration &amp; Testing</dc:title>
  <dc:subject>PptxGenJS Presentation</dc:subject>
  <dc:creator>Capstone Team</dc:creator>
  <cp:lastModifiedBy>Capstone Team</cp:lastModifiedBy>
  <cp:revision>1</cp:revision>
  <dcterms:created xsi:type="dcterms:W3CDTF">2026-06-30T04:42:54Z</dcterms:created>
  <dcterms:modified xsi:type="dcterms:W3CDTF">2026-06-30T04:42:54Z</dcterms:modified>
</cp:coreProperties>
</file>